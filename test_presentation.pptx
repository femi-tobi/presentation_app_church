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0025" y="1582420"/>
            <a:ext cx="11892915" cy="2531745"/>
          </a:xfrm>
        </p:spPr>
        <p:txBody>
          <a:bodyPr>
            <a:noAutofit/>
          </a:bodyPr>
          <a:lstStyle/>
          <a:p>
            <a:r>
              <a:rPr lang="en-US" altLang="en-GB" sz="8800" dirty="0">
                <a:latin typeface="Arial Black" panose="020B0A04020102020204" charset="0"/>
                <a:cs typeface="Arial Black" panose="020B0A04020102020204" charset="0"/>
              </a:rPr>
              <a:t>You Say I Am Strong</a:t>
            </a:r>
            <a:endParaRPr lang="en-US" altLang="en-GB" sz="8800" dirty="0">
              <a:latin typeface="Arial Black" panose="020B0A04020102020204" charset="0"/>
              <a:cs typeface="Arial Black" panose="020B0A0402010202020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53515" y="4247198"/>
            <a:ext cx="9144000" cy="1655762"/>
          </a:xfrm>
        </p:spPr>
        <p:txBody>
          <a:bodyPr/>
          <a:lstStyle/>
          <a:p>
            <a:r>
              <a:rPr lang="en-US" altLang="en-GB" sz="1800" i="1"/>
              <a:t>Written  by Lauren Daigle ‧ 2018</a:t>
            </a:r>
            <a:endParaRPr lang="en-US" altLang="en-GB" sz="1800" i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260" y="1933575"/>
            <a:ext cx="11892915" cy="3230245"/>
          </a:xfrm>
        </p:spPr>
        <p:txBody>
          <a:bodyPr>
            <a:noAutofit/>
          </a:bodyPr>
          <a:lstStyle/>
          <a:p>
            <a:r>
              <a:rPr lang="en-US" altLang="en-GB" sz="7200" dirty="0">
                <a:latin typeface="Arial Black" panose="020B0A04020102020204" charset="0"/>
                <a:cs typeface="Arial Black" panose="020B0A04020102020204" charset="0"/>
              </a:rPr>
              <a:t>I keep fighting voices in my mind that say I'm not enough</a:t>
            </a:r>
            <a:endParaRPr lang="en-US" altLang="en-GB" sz="72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260" y="1933575"/>
            <a:ext cx="11892915" cy="3230245"/>
          </a:xfrm>
        </p:spPr>
        <p:txBody>
          <a:bodyPr>
            <a:noAutofit/>
          </a:bodyPr>
          <a:lstStyle/>
          <a:p>
            <a:r>
              <a:rPr lang="en-US" altLang="en-GB" sz="7200" dirty="0">
                <a:latin typeface="Arial Black" panose="020B0A04020102020204" charset="0"/>
                <a:cs typeface="Arial Black" panose="020B0A04020102020204" charset="0"/>
              </a:rPr>
              <a:t>Every single lie that tells me I will never measure up</a:t>
            </a:r>
            <a:endParaRPr lang="en-US" altLang="en-GB" sz="72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260" y="1933575"/>
            <a:ext cx="11892915" cy="3230245"/>
          </a:xfrm>
        </p:spPr>
        <p:txBody>
          <a:bodyPr>
            <a:noAutofit/>
          </a:bodyPr>
          <a:lstStyle/>
          <a:p>
            <a:r>
              <a:rPr lang="en-US" altLang="en-GB" sz="7200" dirty="0">
                <a:latin typeface="Arial Black" panose="020B0A04020102020204" charset="0"/>
                <a:cs typeface="Arial Black" panose="020B0A04020102020204" charset="0"/>
              </a:rPr>
              <a:t>Am I more than just the sum of every high and every low?</a:t>
            </a:r>
            <a:endParaRPr lang="en-US" altLang="en-GB" sz="7200" dirty="0">
              <a:latin typeface="Arial Black" panose="020B0A04020102020204" charset="0"/>
              <a:cs typeface="Arial Black" panose="020B0A0402010202020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218</Words>
  <Application>WPS Presentation</Application>
  <PresentationFormat>Widescreen</PresentationFormat>
  <Paragraphs>10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3" baseType="lpstr">
      <vt:lpstr>Arial</vt:lpstr>
      <vt:lpstr>SimSun</vt:lpstr>
      <vt:lpstr>Wingdings</vt:lpstr>
      <vt:lpstr>Calibri Light</vt:lpstr>
      <vt:lpstr>Calibri</vt:lpstr>
      <vt:lpstr>Microsoft YaHei</vt:lpstr>
      <vt:lpstr>Arial Unicode MS</vt:lpstr>
      <vt:lpstr>Arial Black</vt:lpstr>
      <vt:lpstr>Office Theme</vt:lpstr>
      <vt:lpstr>PowerPoint 演示文稿</vt:lpstr>
      <vt:lpstr>You Say I Am Strong</vt:lpstr>
      <vt:lpstr>I keep fighting voices in my mind that say I'm not enough</vt:lpstr>
      <vt:lpstr>Every single lie that tells me I will never measure up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/>
  <cp:lastModifiedBy>TOBI</cp:lastModifiedBy>
  <cp:revision>3</cp:revision>
  <dcterms:created xsi:type="dcterms:W3CDTF">2025-07-23T00:59:00Z</dcterms:created>
  <dcterms:modified xsi:type="dcterms:W3CDTF">2026-07-10T11:42:24Z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77683C378F0D41FCA30D40F528D839F4_11</vt:lpwstr>
  </property>
  <property fmtid="{D5CDD505-2E9C-101B-9397-08002B2CF9AE}" pid="3" name="KSOProductBuildVer">
    <vt:lpwstr>2057-12.2.0.23203</vt:lpwstr>
  </property>
</Properties>
</file>