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2" r:id="rId3"/>
    <p:sldId id="333" r:id="rId4"/>
    <p:sldId id="334" r:id="rId5"/>
    <p:sldId id="335" r:id="rId6"/>
    <p:sldId id="364" r:id="rId7"/>
    <p:sldId id="365" r:id="rId8"/>
    <p:sldId id="366" r:id="rId9"/>
    <p:sldId id="367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50" r:id="rId20"/>
    <p:sldId id="349" r:id="rId21"/>
    <p:sldId id="351" r:id="rId22"/>
    <p:sldId id="352" r:id="rId23"/>
    <p:sldId id="353" r:id="rId24"/>
    <p:sldId id="355" r:id="rId25"/>
    <p:sldId id="354" r:id="rId26"/>
    <p:sldId id="356" r:id="rId27"/>
    <p:sldId id="357" r:id="rId28"/>
    <p:sldId id="358" r:id="rId29"/>
    <p:sldId id="361" r:id="rId30"/>
    <p:sldId id="368" r:id="rId31"/>
    <p:sldId id="369" r:id="rId32"/>
    <p:sldId id="35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9447B8-B4F5-4995-936E-3841FBE88B13}">
          <p14:sldIdLst>
            <p14:sldId id="256"/>
          </p14:sldIdLst>
        </p14:section>
        <p14:section name="CHORUS" id="{226AB6B6-A24E-4422-A9BB-F73CA715AC53}">
          <p14:sldIdLst>
            <p14:sldId id="332"/>
            <p14:sldId id="333"/>
            <p14:sldId id="334"/>
            <p14:sldId id="335"/>
          </p14:sldIdLst>
        </p14:section>
        <p14:section name="CHORUS" id="{6165B221-7D12-4BAD-9AC5-9983963E1DF5}">
          <p14:sldIdLst>
            <p14:sldId id="364"/>
            <p14:sldId id="365"/>
            <p14:sldId id="366"/>
            <p14:sldId id="367"/>
          </p14:sldIdLst>
        </p14:section>
        <p14:section name="verse 1" id="{8DDB0D99-E5D4-4B4F-AFC5-0DD9A932259D}">
          <p14:sldIdLst>
            <p14:sldId id="340"/>
            <p14:sldId id="341"/>
            <p14:sldId id="342"/>
            <p14:sldId id="343"/>
            <p14:sldId id="344"/>
          </p14:sldIdLst>
        </p14:section>
        <p14:section name="verse 2" id="{9DB9C9D4-E1AF-495A-9259-0614E8634C27}">
          <p14:sldIdLst>
            <p14:sldId id="345"/>
            <p14:sldId id="346"/>
            <p14:sldId id="347"/>
            <p14:sldId id="348"/>
            <p14:sldId id="350"/>
          </p14:sldIdLst>
        </p14:section>
        <p14:section name="INTERLUDE" id="{6EA592AC-60E7-4120-A611-2F9499182587}">
          <p14:sldIdLst>
            <p14:sldId id="349"/>
            <p14:sldId id="351"/>
            <p14:sldId id="352"/>
            <p14:sldId id="353"/>
            <p14:sldId id="355"/>
          </p14:sldIdLst>
        </p14:section>
        <p14:section name="BRIDGE" id="{479FE18C-950F-42EE-8D87-8D01E8A24DD6}">
          <p14:sldIdLst>
            <p14:sldId id="354"/>
            <p14:sldId id="356"/>
            <p14:sldId id="357"/>
            <p14:sldId id="358"/>
            <p14:sldId id="361"/>
            <p14:sldId id="368"/>
            <p14:sldId id="369"/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94660"/>
  </p:normalViewPr>
  <p:slideViewPr>
    <p:cSldViewPr snapToGrid="0">
      <p:cViewPr>
        <p:scale>
          <a:sx n="70" d="100"/>
          <a:sy n="70" d="100"/>
        </p:scale>
        <p:origin x="1224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104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1534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7286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9250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4727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1290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6021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0688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447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8028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0739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1BE64-3446-4853-A965-F0C7F1C9C7DC}" type="datetimeFigureOut">
              <a:rPr lang="en-NG" smtClean="0"/>
              <a:t>07/18/2026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0654-F7D2-462B-B725-50CD5F63801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76980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962" y="1770077"/>
            <a:ext cx="9661320" cy="2044817"/>
          </a:xfrm>
        </p:spPr>
        <p:txBody>
          <a:bodyPr anchor="ctr">
            <a:normAutofit fontScale="90000"/>
          </a:bodyPr>
          <a:lstStyle/>
          <a:p>
            <a:r>
              <a:rPr lang="en-US" sz="7200" dirty="0">
                <a:latin typeface="Arial Black" panose="020B0A04020102020204" pitchFamily="34" charset="0"/>
              </a:rPr>
              <a:t>NO LONGER SLAVES</a:t>
            </a:r>
            <a:endParaRPr lang="en-NG" sz="7200" dirty="0">
              <a:latin typeface="Arial Black" panose="020B0A040201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EC1CE16-AE3D-2AFC-F5F8-3E87E86CC1C9}"/>
              </a:ext>
            </a:extLst>
          </p:cNvPr>
          <p:cNvSpPr txBox="1">
            <a:spLocks/>
          </p:cNvSpPr>
          <p:nvPr/>
        </p:nvSpPr>
        <p:spPr>
          <a:xfrm>
            <a:off x="2627851" y="5691470"/>
            <a:ext cx="6936298" cy="142105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ANCHOR UNIVERSITY CHAPEL CHOIR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PRODUCED BY:BETHEL MUSIC</a:t>
            </a:r>
          </a:p>
        </p:txBody>
      </p:sp>
    </p:spTree>
    <p:extLst>
      <p:ext uri="{BB962C8B-B14F-4D97-AF65-F5344CB8AC3E}">
        <p14:creationId xmlns:p14="http://schemas.microsoft.com/office/powerpoint/2010/main" val="71061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I'm no longer a slave to fear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2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I am a child of God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19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I'm no longer a slave to fear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5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I am a child of God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37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I'm no longer a slave to fear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2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I am a child of God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053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I'm no longer a slave to fear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93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I am a child of God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47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10F25A-2E44-7172-1D9C-15884AD45D09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You unravel me with a melody</a:t>
            </a:r>
            <a:endParaRPr lang="en-NG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656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You surround me with a song</a:t>
            </a:r>
            <a:endParaRPr lang="en-NG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92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Of deliverance from my enemies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320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5400" dirty="0" err="1">
                <a:latin typeface="Arial Black" panose="020B0A04020102020204" pitchFamily="34" charset="0"/>
              </a:rPr>
              <a:t>'Til</a:t>
            </a:r>
            <a:r>
              <a:rPr lang="en-US" sz="5400" dirty="0">
                <a:latin typeface="Arial Black" panose="020B0A04020102020204" pitchFamily="34" charset="0"/>
              </a:rPr>
              <a:t> all my fears are gone</a:t>
            </a:r>
            <a:endParaRPr lang="en-NG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You unravel me with a melody</a:t>
            </a:r>
            <a:endParaRPr lang="en-NG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59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From my mother's womb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05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You have chosen me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97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Love has called my name</a:t>
            </a:r>
            <a:endParaRPr lang="en-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286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I've been born again to your family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038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Your blood flows through my veins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48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I am surrounded by the arms of the Father</a:t>
            </a:r>
            <a:endParaRPr lang="en-NG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45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I am surrounded by songs of deliverance</a:t>
            </a:r>
            <a:endParaRPr lang="en-NG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489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We've been liberated from our bondage</a:t>
            </a:r>
            <a:endParaRPr lang="en-NG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76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We're the sons and the daughters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118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Let us sing our freedom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110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52500" y="5398567"/>
            <a:ext cx="14097000" cy="1241719"/>
          </a:xfrm>
        </p:spPr>
        <p:txBody>
          <a:bodyPr anchor="ctr">
            <a:no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You split the sea, so I could walk right through it</a:t>
            </a:r>
            <a:endParaRPr lang="en-NG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365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My fears are drowned in perfect love</a:t>
            </a:r>
            <a:endParaRPr lang="en-NG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280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You rescued me so I could stand and sing</a:t>
            </a:r>
            <a:endParaRPr lang="en-NG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51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I am a child of God 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890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I am a child of God 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924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I am a child of God 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269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I am a child of God </a:t>
            </a:r>
            <a:endParaRPr lang="en-NG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194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99A5AB-2A0D-24FC-2943-064F89803326}"/>
              </a:ext>
            </a:extLst>
          </p:cNvPr>
          <p:cNvSpPr/>
          <p:nvPr/>
        </p:nvSpPr>
        <p:spPr>
          <a:xfrm>
            <a:off x="0" y="5246914"/>
            <a:ext cx="12192000" cy="1393372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FE056-AAD3-49A8-A3A8-9ED862B8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355770"/>
            <a:ext cx="12192000" cy="1241719"/>
          </a:xfrm>
        </p:spPr>
        <p:txBody>
          <a:bodyPr anchor="ctr">
            <a:no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I am a child of God,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OH OH </a:t>
            </a:r>
            <a:r>
              <a:rPr lang="en-US" sz="4000" dirty="0" err="1">
                <a:latin typeface="Arial Black" panose="020B0A04020102020204" pitchFamily="34" charset="0"/>
              </a:rPr>
              <a:t>OH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OH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OH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OH</a:t>
            </a:r>
            <a:endParaRPr lang="en-NG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5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</TotalTime>
  <Words>218</Words>
  <Application>Microsoft Office PowerPoint</Application>
  <PresentationFormat>Widescreen</PresentationFormat>
  <Paragraphs>34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Office Theme</vt:lpstr>
      <vt:lpstr>NO LONGER SLAVES</vt:lpstr>
      <vt:lpstr>I'm no longer a slave to fear</vt:lpstr>
      <vt:lpstr>I am a child of God</vt:lpstr>
      <vt:lpstr>I'm no longer a slave to fear</vt:lpstr>
      <vt:lpstr>I am a child of God</vt:lpstr>
      <vt:lpstr>I'm no longer a slave to fear</vt:lpstr>
      <vt:lpstr>I am a child of God</vt:lpstr>
      <vt:lpstr>I'm no longer a slave to fear</vt:lpstr>
      <vt:lpstr>I am a child of God</vt:lpstr>
      <vt:lpstr>You unravel me with a melody</vt:lpstr>
      <vt:lpstr>You surround me with a song</vt:lpstr>
      <vt:lpstr>Of deliverance from my enemies</vt:lpstr>
      <vt:lpstr>'Til all my fears are gone</vt:lpstr>
      <vt:lpstr>You unravel me with a melody</vt:lpstr>
      <vt:lpstr>From my mother's womb</vt:lpstr>
      <vt:lpstr>You have chosen me</vt:lpstr>
      <vt:lpstr>Love has called my name</vt:lpstr>
      <vt:lpstr>I've been born again to your family</vt:lpstr>
      <vt:lpstr>Your blood flows through my veins</vt:lpstr>
      <vt:lpstr>I am surrounded by the arms of the Father</vt:lpstr>
      <vt:lpstr>I am surrounded by songs of deliverance</vt:lpstr>
      <vt:lpstr>We've been liberated from our bondage</vt:lpstr>
      <vt:lpstr>We're the sons and the daughters</vt:lpstr>
      <vt:lpstr>Let us sing our freedom</vt:lpstr>
      <vt:lpstr>You split the sea, so I could walk right through it</vt:lpstr>
      <vt:lpstr>My fears are drowned in perfect love</vt:lpstr>
      <vt:lpstr>You rescued me so I could stand and sing</vt:lpstr>
      <vt:lpstr>I am a child of God </vt:lpstr>
      <vt:lpstr>I am a child of God </vt:lpstr>
      <vt:lpstr>I am a child of God </vt:lpstr>
      <vt:lpstr>I am a child of God </vt:lpstr>
      <vt:lpstr>I am a child of God, OH OH OH OH OH OH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GOT MY MIND UP</dc:title>
  <dc:creator>OLUWAPELUMI</dc:creator>
  <cp:lastModifiedBy>HP</cp:lastModifiedBy>
  <cp:revision>9</cp:revision>
  <dcterms:created xsi:type="dcterms:W3CDTF">2026-06-14T06:24:26Z</dcterms:created>
  <dcterms:modified xsi:type="dcterms:W3CDTF">2026-07-18T19:56:19Z</dcterms:modified>
</cp:coreProperties>
</file>